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e08d0ed18d474a" /><Relationship Type="http://schemas.openxmlformats.org/officeDocument/2006/relationships/extended-properties" Target="/docProps/app.xml" Id="R6c6238467df94d3a" /><Relationship Type="http://schemas.openxmlformats.org/officeDocument/2006/relationships/officeDocument" Target="/ppt/presentation.xml" Id="R70b87f7a43744f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8555716a1748ba"/>
  </p:sldMasterIdLst>
  <p:notesMasterIdLst>
    <p:notesMasterId xmlns:r="http://schemas.openxmlformats.org/officeDocument/2006/relationships" r:id="R2b497e0828e14eb1"/>
  </p:notesMasterIdLst>
  <p:sldIdLst>
    <p:sldId xmlns:r="http://schemas.openxmlformats.org/officeDocument/2006/relationships" id="256" r:id="Re66cfe27e1d5419d"/>
    <p:sldId xmlns:r="http://schemas.openxmlformats.org/officeDocument/2006/relationships" id="257" r:id="Rb4663c95dd0c4675"/>
    <p:sldId xmlns:r="http://schemas.openxmlformats.org/officeDocument/2006/relationships" id="258" r:id="R6a4e5b2de5fb4a62"/>
    <p:sldId xmlns:r="http://schemas.openxmlformats.org/officeDocument/2006/relationships" id="259" r:id="R80552c23ca504386"/>
    <p:sldId xmlns:r="http://schemas.openxmlformats.org/officeDocument/2006/relationships" id="260" r:id="Ra8fc368721604dd6"/>
    <p:sldId xmlns:r="http://schemas.openxmlformats.org/officeDocument/2006/relationships" id="261" r:id="R0bfa2583bcda434b"/>
    <p:sldId xmlns:r="http://schemas.openxmlformats.org/officeDocument/2006/relationships" id="262" r:id="R517cf458ee494c79"/>
    <p:sldId xmlns:r="http://schemas.openxmlformats.org/officeDocument/2006/relationships" id="263" r:id="Raba6cb6e30724868"/>
    <p:sldId xmlns:r="http://schemas.openxmlformats.org/officeDocument/2006/relationships" id="264" r:id="Rd72a2a5aa8ba46ca"/>
    <p:sldId xmlns:r="http://schemas.openxmlformats.org/officeDocument/2006/relationships" id="265" r:id="Ra21670caac3a4c89"/>
    <p:sldId xmlns:r="http://schemas.openxmlformats.org/officeDocument/2006/relationships" id="266" r:id="Rcc8cb9d8e2f84edc"/>
    <p:sldId xmlns:r="http://schemas.openxmlformats.org/officeDocument/2006/relationships" id="267" r:id="Re636d7a82d5b4988"/>
    <p:sldId xmlns:r="http://schemas.openxmlformats.org/officeDocument/2006/relationships" id="268" r:id="Rcfeb849138c64ca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272ff6b20c48d4" /><Relationship Type="http://schemas.openxmlformats.org/officeDocument/2006/relationships/slideMaster" Target="/ppt/slideMasters/slideMaster1.xml" Id="R2a8555716a1748ba" /><Relationship Type="http://schemas.openxmlformats.org/officeDocument/2006/relationships/notesMaster" Target="/ppt/notesMasters/notesMaster1.xml" Id="R2b497e0828e14eb1" /><Relationship Type="http://schemas.openxmlformats.org/officeDocument/2006/relationships/presProps" Target="/ppt/presProps.xml" Id="Rf0f599f1c8394c56" /><Relationship Type="http://schemas.openxmlformats.org/officeDocument/2006/relationships/tableStyles" Target="/ppt/tableStyles.xml" Id="R4de6edaeb96a4c48" /><Relationship Type="http://schemas.openxmlformats.org/officeDocument/2006/relationships/slide" Target="/ppt/slides/slide1.xml" Id="Re66cfe27e1d5419d" /><Relationship Type="http://schemas.openxmlformats.org/officeDocument/2006/relationships/slide" Target="/ppt/slides/slide2.xml" Id="Rb4663c95dd0c4675" /><Relationship Type="http://schemas.openxmlformats.org/officeDocument/2006/relationships/slide" Target="/ppt/slides/slide3.xml" Id="R6a4e5b2de5fb4a62" /><Relationship Type="http://schemas.openxmlformats.org/officeDocument/2006/relationships/slide" Target="/ppt/slides/slide4.xml" Id="R80552c23ca504386" /><Relationship Type="http://schemas.openxmlformats.org/officeDocument/2006/relationships/slide" Target="/ppt/slides/slide5.xml" Id="Ra8fc368721604dd6" /><Relationship Type="http://schemas.openxmlformats.org/officeDocument/2006/relationships/slide" Target="/ppt/slides/slide6.xml" Id="R0bfa2583bcda434b" /><Relationship Type="http://schemas.openxmlformats.org/officeDocument/2006/relationships/slide" Target="/ppt/slides/slide7.xml" Id="R517cf458ee494c79" /><Relationship Type="http://schemas.openxmlformats.org/officeDocument/2006/relationships/slide" Target="/ppt/slides/slide8.xml" Id="Raba6cb6e30724868" /><Relationship Type="http://schemas.openxmlformats.org/officeDocument/2006/relationships/slide" Target="/ppt/slides/slide9.xml" Id="Rd72a2a5aa8ba46ca" /><Relationship Type="http://schemas.openxmlformats.org/officeDocument/2006/relationships/slide" Target="/ppt/slides/slide10.xml" Id="Ra21670caac3a4c89" /><Relationship Type="http://schemas.openxmlformats.org/officeDocument/2006/relationships/slide" Target="/ppt/slides/slide11.xml" Id="Rcc8cb9d8e2f84edc" /><Relationship Type="http://schemas.openxmlformats.org/officeDocument/2006/relationships/slide" Target="/ppt/slides/slide12.xml" Id="Re636d7a82d5b4988" /><Relationship Type="http://schemas.openxmlformats.org/officeDocument/2006/relationships/slide" Target="/ppt/slides/slide13.xml" Id="Rcfeb849138c64c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422c03a1904e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43525289824456" /><Relationship Type="http://schemas.openxmlformats.org/officeDocument/2006/relationships/notesMaster" Target="/ppt/notesMasters/notesMaster1.xml" Id="R00e23e1a183049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9c43f7528e44d6" /><Relationship Type="http://schemas.openxmlformats.org/officeDocument/2006/relationships/notesMaster" Target="/ppt/notesMasters/notesMaster1.xml" Id="Rec13e68082e64c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995f346f7f448a" /><Relationship Type="http://schemas.openxmlformats.org/officeDocument/2006/relationships/notesMaster" Target="/ppt/notesMasters/notesMaster1.xml" Id="R6d985dfb44d24c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b9e9f41da54fdf" /><Relationship Type="http://schemas.openxmlformats.org/officeDocument/2006/relationships/notesMaster" Target="/ppt/notesMasters/notesMaster1.xml" Id="R67ddb1d623124a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72cf33867e444c" /><Relationship Type="http://schemas.openxmlformats.org/officeDocument/2006/relationships/notesMaster" Target="/ppt/notesMasters/notesMaster1.xml" Id="R14334a70844544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74f4cb2cc441c3" /><Relationship Type="http://schemas.openxmlformats.org/officeDocument/2006/relationships/notesMaster" Target="/ppt/notesMasters/notesMaster1.xml" Id="R1b90ff0a5c8348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e500ffe49f4e9e" /><Relationship Type="http://schemas.openxmlformats.org/officeDocument/2006/relationships/notesMaster" Target="/ppt/notesMasters/notesMaster1.xml" Id="Rbff10c4c5bca48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372c012d34441d" /><Relationship Type="http://schemas.openxmlformats.org/officeDocument/2006/relationships/notesMaster" Target="/ppt/notesMasters/notesMaster1.xml" Id="Rd1825e54ae4541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884eed2fc54509" /><Relationship Type="http://schemas.openxmlformats.org/officeDocument/2006/relationships/notesMaster" Target="/ppt/notesMasters/notesMaster1.xml" Id="Rd23b48853c4048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255ca64cb746ca" /><Relationship Type="http://schemas.openxmlformats.org/officeDocument/2006/relationships/notesMaster" Target="/ppt/notesMasters/notesMaster1.xml" Id="R32082b51bb4647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cecfe2dbdf42e6" /><Relationship Type="http://schemas.openxmlformats.org/officeDocument/2006/relationships/notesMaster" Target="/ppt/notesMasters/notesMaster1.xml" Id="R2ae13da1090948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e706fcf205464f" /><Relationship Type="http://schemas.openxmlformats.org/officeDocument/2006/relationships/notesMaster" Target="/ppt/notesMasters/notesMaster1.xml" Id="Rfc22786ad9d949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ebbb57acd7f4e45" /><Relationship Type="http://schemas.openxmlformats.org/officeDocument/2006/relationships/notesMaster" Target="/ppt/notesMasters/notesMaster1.xml" Id="Ref444d8a9d3549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7f8babd0134d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9eef203b0e44cf" /><Relationship Type="http://schemas.openxmlformats.org/officeDocument/2006/relationships/slideLayout" Target="/ppt/slideLayouts/slideLayout1.xml" Id="R801a9d77ee804f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1a9d77ee804f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d8d5335b443e3" /><Relationship Type="http://schemas.openxmlformats.org/officeDocument/2006/relationships/notesSlide" Target="/ppt/notesSlides/notesSlide1.xml" Id="R47326094b05342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0c533d1e64b55" /><Relationship Type="http://schemas.openxmlformats.org/officeDocument/2006/relationships/notesSlide" Target="/ppt/notesSlides/notesSlide2.xml" Id="R2ed852b09b044b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73c187f5f4338" /><Relationship Type="http://schemas.openxmlformats.org/officeDocument/2006/relationships/notesSlide" Target="/ppt/notesSlides/notesSlide3.xml" Id="Rd3a17bdd316349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e253d5c1f4cc8" /><Relationship Type="http://schemas.openxmlformats.org/officeDocument/2006/relationships/notesSlide" Target="/ppt/notesSlides/notesSlide4.xml" Id="R151a58f6dbc548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b5af2ebcc4077" /><Relationship Type="http://schemas.openxmlformats.org/officeDocument/2006/relationships/notesSlide" Target="/ppt/notesSlides/notesSlide5.xml" Id="R9238b35c55fc45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77bbfe1874700" /><Relationship Type="http://schemas.openxmlformats.org/officeDocument/2006/relationships/notesSlide" Target="/ppt/notesSlides/notesSlide6.xml" Id="R12d9bc67585046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53d63ab474fb0" /><Relationship Type="http://schemas.openxmlformats.org/officeDocument/2006/relationships/notesSlide" Target="/ppt/notesSlides/notesSlide7.xml" Id="R3516ea8a6f9c45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0c3051e824150" /><Relationship Type="http://schemas.openxmlformats.org/officeDocument/2006/relationships/notesSlide" Target="/ppt/notesSlides/notesSlide8.xml" Id="R94f042a1cad148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101c17e6c44f9" /><Relationship Type="http://schemas.openxmlformats.org/officeDocument/2006/relationships/notesSlide" Target="/ppt/notesSlides/notesSlide9.xml" Id="R4d32f2c851a042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807caaec94084" /><Relationship Type="http://schemas.openxmlformats.org/officeDocument/2006/relationships/notesSlide" Target="/ppt/notesSlides/notesSlide10.xml" Id="Recef95450d1e4c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f1825e9274679" /><Relationship Type="http://schemas.openxmlformats.org/officeDocument/2006/relationships/notesSlide" Target="/ppt/notesSlides/notesSlide11.xml" Id="R3b75aeed21bc47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0c3b483504e98" /><Relationship Type="http://schemas.openxmlformats.org/officeDocument/2006/relationships/notesSlide" Target="/ppt/notesSlides/notesSlide12.xml" Id="Rf8513049e71f4b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20ac513bb476b" /><Relationship Type="http://schemas.openxmlformats.org/officeDocument/2006/relationships/notesSlide" Target="/ppt/notesSlides/notesSlide13.xml" Id="Re95cc1929fa045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059BED-7582-4A76-8077-CC99E0C9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EDDE7-0494-4E42-92B4-CA3FC1B5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7D236-A061-4AEC-8373-1EBD2B9F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257300"/>
            <a:ext cx="2400300" cy="2400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B4EE5-65A1-4A05-AE53-0896970B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38300"/>
            <a:ext cx="16383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E8202-B7E0-4E1D-B286-8552398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SalesBoost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73C47-2131-45A3-B1C1-9E9BFC41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7F2EE"/>
                </a:solidFill>
              </a:defRPr>
            </a:pPr>
            <a:r>
              <a:rPr sz="1950" b="1">
                <a:solidFill>
                  <a:srgbClr val="D7F2EE"/>
                </a:solidFill>
              </a:rPr>
              <a:t>面向一线销售团队的 AI 培训与销售能力增长平台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5DD8F-22B1-49EF-9E9E-D8CE5211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57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AF7F4"/>
                </a:solidFill>
              </a:defRPr>
            </a:pPr>
            <a:r>
              <a:rPr sz="1800">
                <a:solidFill>
                  <a:srgbClr val="EAF7F4"/>
                </a:solidFill>
              </a:rPr>
              <a:t>从销售知识沉淀、AI 情景陪练到任务追踪，让销售能力可复制、可衡量、可提升。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765FA-5813-4DD0-803D-AB553042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809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56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6940D-F4AC-4E6D-97E3-D765AF8C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9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Saleskit / 2026</a:t>
            </a:r>
          </a:p>
        </p:txBody>
      </p:sp>
    </p:spTree>
    <p:extLst>
      <p:ext uri="{BB962C8B-B14F-4D97-AF65-F5344CB8AC3E}">
        <p14:creationId xmlns:p14="http://schemas.microsoft.com/office/powerpoint/2010/main" val="425405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5C06F5-0967-49EF-B023-8D45CC40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6466"/>
                </a:solidFill>
              </a:defRPr>
            </a:pPr>
            <a:r>
              <a:rPr sz="1200" b="1">
                <a:solidFill>
                  <a:srgbClr val="116466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2C0FC-E689-435B-95DA-5BD7E27A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SalesBoost AI Saleskit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BCA90-85F1-4BF5-B1BB-9DFE7490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一线销售培训普遍卡在三个断点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D02A4-2680-4F22-A82D-3A511DF0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7E8B9-417A-4E04-9D47-191C9166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691A6-5D5B-464C-A6F8-99C12792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F84F8-7164-46F9-95DA-2C9B161B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内容难以及时标准化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2CADC-A26E-4B01-9F9C-E1A6F3B6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29337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产品、方案、政策、竞品信息变化快，培训内容难以及时下发并保持一致。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A6F38-68F8-42D1-97C7-2AF34961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9075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5B0C6-518D-4EF2-B67F-AAF1C173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907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8BDF0-6664-4DB4-B493-56127E3A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193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听过不等于会成交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6BD65-BD8A-4A1F-A89E-23C88295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38450"/>
            <a:ext cx="29337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客户异议、场景应对、价值表达缺少高频练习，销售很难把知识转成动作。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95AF9-C4E4-400B-A6C9-05DA3003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83692B-8DA0-46B4-91A8-1BC7E9F1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3DE45-C92C-47E0-A0CA-54F893A5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193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掌握情况不可见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D6F9C1-953A-443D-89E2-18513950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337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管理层很难看到每个区域、门店、团队、销售个人的真实掌握情况。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FF970E-625E-453C-8C7C-4AA0D4A7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8953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B3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9CE03E-793E-4CCC-BDF9-488569F9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1495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销售培训不是缺资料，而是缺“从知识到实战能力”的闭环。</a:t>
            </a:r>
          </a:p>
        </p:txBody>
      </p:sp>
    </p:spTree>
    <p:extLst>
      <p:ext uri="{BB962C8B-B14F-4D97-AF65-F5344CB8AC3E}">
        <p14:creationId xmlns:p14="http://schemas.microsoft.com/office/powerpoint/2010/main" val="16129618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4B0F0F-3517-4005-A884-00409CEA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6466"/>
                </a:solidFill>
              </a:defRPr>
            </a:pPr>
            <a:r>
              <a:rPr sz="1200" b="1">
                <a:solidFill>
                  <a:srgbClr val="116466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AC6A1-E9AA-4D15-96AE-670587BF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SalesBoost AI Saleskit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5B762-5A9F-449E-A3D2-AA683BEB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SalesBoost AI 把销售培训串成一条增长链路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09525-F0C4-4C80-9FBB-352F6878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F359A-0B01-4B0B-9811-470DE7D8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3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F655F-74CE-4602-AAC7-4A37A9B4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内容生成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18220-CCDA-4EAF-BF5C-EE43C1F0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23837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085"/>
                </a:solidFill>
              </a:defRPr>
            </a:pPr>
            <a:r>
              <a:rPr sz="2250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9B40A-0621-4583-AF59-64B60E17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095500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6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5EEC5-728D-4773-88EC-94147AD2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05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任务分发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6F81E-0197-49EB-A99D-8CAA72C1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23837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085"/>
                </a:solidFill>
              </a:defRPr>
            </a:pPr>
            <a:r>
              <a:rPr sz="2250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D95D6-A734-4951-8168-915395C2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3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3ADF3-2A63-40D6-8D14-926B7347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05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AI 陪练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322E25-CD5F-47D9-8A90-932BCB0E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3837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085"/>
                </a:solidFill>
              </a:defRPr>
            </a:pPr>
            <a:r>
              <a:rPr sz="2250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012E4-6900-4C62-805F-5BA069DC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95500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6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B833BD-35DA-4E2D-A7DF-9E316088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05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考试测评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52A84-C4CA-4CDA-A7D4-B54378AB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23837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085"/>
                </a:solidFill>
              </a:defRPr>
            </a:pPr>
            <a:r>
              <a:rPr sz="2250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C19397-E8F8-4617-971D-BE7874D0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3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8C74E-B9D4-42E9-8A85-E84FE730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05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数据洞察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896FA-C8AF-4AC7-AE7A-2AB0C20A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3837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085"/>
                </a:solidFill>
              </a:defRPr>
            </a:pPr>
            <a:r>
              <a:rPr sz="2250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FEC2D4-129C-4942-B97B-AD7B559E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095500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6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CAA72E-64E8-47A5-8A99-0AE86A58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305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定向复训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BB7330-87E0-42DA-91AA-53AB976A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24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1A360D-A782-4F5C-BD16-A5719067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19500"/>
            <a:ext cx="965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AI 课件生成与知识内容管理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CB2675-A3B8-4CA4-8BCE-CBF36AF2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2F11F3-F674-4EF6-9DB1-72689B75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965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数字人客户、场景剧本、销售金句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ABEB24-1624-4181-965A-2AC0643D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24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102455-0D51-4DC7-BF94-7B2B6623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9600"/>
            <a:ext cx="965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学习任务、练习任务、考试任务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9FF212-9B36-46F1-A4BE-448CB12A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24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946866-D0BB-4789-BD0A-766A65B7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19650"/>
            <a:ext cx="965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总部 / 区域 / 门店 / 团队 / 个人多层看板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12000D-3CA4-48ED-B9CC-146F1BB0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24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2C5D76-E12A-4957-90D6-4AFC0F85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19700"/>
            <a:ext cx="965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高风险销售、薄弱知识点、团队排行与积分体系</a:t>
            </a:r>
          </a:p>
        </p:txBody>
      </p:sp>
    </p:spTree>
    <p:extLst>
      <p:ext uri="{BB962C8B-B14F-4D97-AF65-F5344CB8AC3E}">
        <p14:creationId xmlns:p14="http://schemas.microsoft.com/office/powerpoint/2010/main" val="1686530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174581-5530-4F58-BB40-16B2CA2F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6466"/>
                </a:solidFill>
              </a:defRPr>
            </a:pPr>
            <a:r>
              <a:rPr sz="1200" b="1">
                <a:solidFill>
                  <a:srgbClr val="116466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3E562-EE5A-4EC7-A18C-61944B80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SalesBoost AI Saleskit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12719-09DA-450E-81C8-8E6BE6F0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AI 课件与知识生产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03913-1BDC-4C6A-8E05-14B335A2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C2E18-6DDD-4DA2-BAC2-4705A334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6466"/>
                </a:solidFill>
              </a:defRPr>
            </a:pPr>
            <a:r>
              <a:rPr sz="1875" b="1">
                <a:solidFill>
                  <a:srgbClr val="116466"/>
                </a:solidFill>
              </a:rPr>
              <a:t>让销售资料快速变成可学习、可追踪的内容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BD98B-C412-4A6A-A124-FD2917FB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33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59ED3-89FE-4973-A749-3A248564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651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支持从 PPTX、PDF、Word 等资料生成培训课件。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15888-4448-4226-90F1-4B4908D9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217F6-6D9D-4798-9D6D-19F548A2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81350"/>
            <a:ext cx="651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可选择 AI 智能生成课件，或保留原始课件仅生成讲解。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7E89D-BE2B-4C32-9B0B-A1FBB4A2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F1B35-6321-4C87-B345-D168B9B2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651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支持总部标准内容与区域 / 团队补充内容共存。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4F553-3431-478A-8E0B-9BC66C55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A7195-AFA2-43DF-8E3C-C31EFCAC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86250"/>
            <a:ext cx="651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课件可关联附加题，学习完成后自动进入巩固测试。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6FF16-5655-4E5E-A688-66F8EF3B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09800"/>
            <a:ext cx="304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BF0B08-FCAC-4E63-91BE-977C51B6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09800"/>
            <a:ext cx="304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89832-CF62-43E3-86EE-C88EAFB1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241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销售话术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670EAD-4AD6-4A9C-83D8-65C35574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33750"/>
            <a:ext cx="228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新品、方案、政策和合规要求，都可以更快沉淀成可下发、可追踪的训练内容。</a:t>
            </a:r>
          </a:p>
        </p:txBody>
      </p:sp>
    </p:spTree>
    <p:extLst>
      <p:ext uri="{BB962C8B-B14F-4D97-AF65-F5344CB8AC3E}">
        <p14:creationId xmlns:p14="http://schemas.microsoft.com/office/powerpoint/2010/main" val="11497204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740BE8-B498-461A-8C0D-41D59A73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6466"/>
                </a:solidFill>
              </a:defRPr>
            </a:pPr>
            <a:r>
              <a:rPr sz="1200" b="1">
                <a:solidFill>
                  <a:srgbClr val="116466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462B9-6E37-467E-AE6D-60093D39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SalesBoost AI Saleskit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0C422-E1D4-4354-8D21-939A6C6B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AI 情景陪练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39674-5D80-4E96-BEEB-72DDEDAB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60A33-29A3-40A7-8DD2-9ECCE761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56B5D"/>
                </a:solidFill>
              </a:defRPr>
            </a:pPr>
            <a:r>
              <a:rPr sz="1875" b="1">
                <a:solidFill>
                  <a:srgbClr val="E56B5D"/>
                </a:solidFill>
              </a:rPr>
              <a:t>把“会不会卖”从主观判断变成高频训练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EB8A0-25BE-4C7F-954F-C6D12249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33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DE230-225E-42DE-86BD-D3CE3A8E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651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数字人客户：模拟不同需求、预算、顾虑、性格和语言习惯的客户。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EFCFF-67D4-4FCD-9D28-B64D757C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69308-6439-4429-891A-38B056D2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81350"/>
            <a:ext cx="651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场景剧本：围绕咨询、推荐、异议处理、竞品对比、成交推进设计演练。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E7A3BB-156C-4E6D-9647-F29A2307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7E6C2-BD70-429F-8477-A00ECEAE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651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销售金句：把核心卖点、价值表达和标准话术转成可听、可读、可跟练资产。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7F4F8-B3BA-41B5-99E5-E3D232D9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09800"/>
            <a:ext cx="304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CD629-21BC-41DC-A8FE-B5ADCD6F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09800"/>
            <a:ext cx="304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03EE2-AF58-4C16-A0CA-68A6BEC6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241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销售话术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C66C0-BA77-45F6-90DA-99D6E191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33750"/>
            <a:ext cx="228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销售不只是看课件，而是在接近真实客户的情境里反复练。</a:t>
            </a:r>
          </a:p>
        </p:txBody>
      </p:sp>
    </p:spTree>
    <p:extLst>
      <p:ext uri="{BB962C8B-B14F-4D97-AF65-F5344CB8AC3E}">
        <p14:creationId xmlns:p14="http://schemas.microsoft.com/office/powerpoint/2010/main" val="3210782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9C3599-7F86-4332-A563-B9AAA5CA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6466"/>
                </a:solidFill>
              </a:defRPr>
            </a:pPr>
            <a:r>
              <a:rPr sz="1200" b="1">
                <a:solidFill>
                  <a:srgbClr val="116466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CC776-478B-4B68-B027-BC25B2CB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SalesBoost AI Saleskit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DDC16-203D-4C43-80DE-A76A3806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题库、考试与任务管理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B2289-8F2E-4816-90FD-5E68A05F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38D64-190F-426E-BB32-CCB7CE92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E6CCB"/>
                </a:solidFill>
              </a:defRPr>
            </a:pPr>
            <a:r>
              <a:rPr sz="1875" b="1">
                <a:solidFill>
                  <a:srgbClr val="3E6CCB"/>
                </a:solidFill>
              </a:rPr>
              <a:t>让培训结果可检查、可推动、可复盘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DE53F-40A1-4059-BA4D-B2993DBE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33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48A17-2A21-4104-89BF-759AE4B0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651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AI 生成题目，沉淀题库标签。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76C03-2F23-46A2-AC07-54ED3DE3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D0B4DC-0384-4A30-B54D-7B107D20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81350"/>
            <a:ext cx="651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组卷、发布考试、追踪考试任务。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1E77C-60DE-43BD-9314-06DB993F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F1B2C-5EE5-47F3-80A6-06B84354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651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学习任务、练习任务、考试任务统一管理。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31C82-FF3D-4FA6-B3B5-F332F013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6AC27-9986-4884-89C6-7E45D2B9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86250"/>
            <a:ext cx="651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支持总部任务、区域任务、团队任务，匹配不同管理层级。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B5715-0D87-4656-993A-8B581B2C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09800"/>
            <a:ext cx="304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83832-62EA-412D-A881-28762F7E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09800"/>
            <a:ext cx="304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14581C-0150-474A-BDC2-72842893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241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销售话术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D070F1-F2CB-460E-9DD8-4985FD88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33750"/>
            <a:ext cx="228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从“发了培训”升级为“知道谁完成、谁掌握、谁需要补训”。</a:t>
            </a:r>
          </a:p>
        </p:txBody>
      </p:sp>
    </p:spTree>
    <p:extLst>
      <p:ext uri="{BB962C8B-B14F-4D97-AF65-F5344CB8AC3E}">
        <p14:creationId xmlns:p14="http://schemas.microsoft.com/office/powerpoint/2010/main" val="9914416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177EE5-7729-4309-9EC5-F922C9A8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6466"/>
                </a:solidFill>
              </a:defRPr>
            </a:pPr>
            <a:r>
              <a:rPr sz="1200" b="1">
                <a:solidFill>
                  <a:srgbClr val="116466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151F2-8F34-4337-BF5D-AE309D05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SalesBoost AI Saleskit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AFE3C-1AF9-4B76-B792-03702D39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不同层级看到不同粒度的销售能力进展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1646A-69A2-4E43-8B59-4C03AE18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B206D-E932-4E8D-AB05-7B8AC1F5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9053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F823A-3BCB-403D-B46F-CB556599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571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FFBD0-1C37-4422-8B23-DB48120D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66975"/>
            <a:ext cx="4505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总部培训 / 销售运营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91A31-F720-48EA-AF5F-F01CDFB2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86075"/>
            <a:ext cx="45053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看全国学习、练习、考试与薄弱点，统一培训节奏。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78095-8590-4D98-948B-3D17287E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38375"/>
            <a:ext cx="49053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7E73F-BB5E-43D0-8EAB-B9DD9DF1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38375"/>
            <a:ext cx="571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6CC5E-8ABE-4417-9F4F-80D7C4A6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466975"/>
            <a:ext cx="4505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区域培训 / 区域管理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4CA13-F998-4E90-BBAC-C8AE6BB5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86075"/>
            <a:ext cx="45053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看区域团队差异，快速定位低完成团队和高风险销售。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A222E6-B264-4D0F-A92B-FA42680B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49053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03308-A5A9-447E-B903-2A1CB94C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571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3A522-4E79-4419-BA4E-50E7DD71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24350"/>
            <a:ext cx="4505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一线主管 / 门店经理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03F21-CD5C-4267-8F1B-1BCA3C6D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43450"/>
            <a:ext cx="45053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查看本团队成员完课率、考试均分、练习表现。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0E22D1-FC68-44B6-8EE7-226E0A7C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95750"/>
            <a:ext cx="49053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A0D6C4-06BF-472E-8BCA-02B926BF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95750"/>
            <a:ext cx="571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0E7233-2CE6-412E-B793-C6DC54BF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324350"/>
            <a:ext cx="4505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系统管理员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543295-67F2-4669-B475-E8AF8A86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743450"/>
            <a:ext cx="45053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管理组织、账号、品类、通知等基础配置。</a:t>
            </a:r>
          </a:p>
        </p:txBody>
      </p:sp>
    </p:spTree>
    <p:extLst>
      <p:ext uri="{BB962C8B-B14F-4D97-AF65-F5344CB8AC3E}">
        <p14:creationId xmlns:p14="http://schemas.microsoft.com/office/powerpoint/2010/main" val="12155662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BA32E6-EA95-45FD-8CA1-29A1C4BD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6466"/>
                </a:solidFill>
              </a:defRPr>
            </a:pPr>
            <a:r>
              <a:rPr sz="1200" b="1">
                <a:solidFill>
                  <a:srgbClr val="116466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D895A-6BD6-459F-BBC0-21738A78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SalesBoost AI Saleskit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87A7D-230F-441F-96AC-56AED6CA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让培训管理既可解释，又能激励一线参与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D78B5-2C4A-4185-B8E9-840541A5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CABF6-4282-4769-9FDE-487DA29C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476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2E1CA-B7B3-4EB7-A07D-DFD01894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3942C-97FE-4B77-BBDB-091BB543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学习积分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4D5C4-CB7C-462D-BF0F-C4616288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2076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任务完成、课件学习、有效练习、考试奖励共同构成。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9D357-3067-497B-A8B1-AAE2C477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66950"/>
            <a:ext cx="2476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D7905-4A08-4954-BB98-38C44BD5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669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C1141-A5D7-4175-9DD2-F96A2AB4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955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月榜排行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10E77-94D5-4BB7-BE9E-8AB21931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14650"/>
            <a:ext cx="2076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支持区域、团队、个人维度查看。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0101C-4428-4F14-90C2-B5B6ACE6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2476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D2FB3-8CB6-4EC7-BDFC-77FE0B8C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E2C60F-CBEC-4B96-BEB6-9FE7CDAD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955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高风险销售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9DF98A-3D41-4652-8811-A47BF222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14650"/>
            <a:ext cx="2076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通过登录、任务、考试、练习等结构化数据识别。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ADCD48-9BF6-484B-9C84-5C447C65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66950"/>
            <a:ext cx="2476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7687D9-B0CC-4A57-A06E-CA30A418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669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5CB815-8233-4A4A-B240-4062A20B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955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知识薄弱点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84DAF1-5DAC-4233-ACEC-2A91BA60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14650"/>
            <a:ext cx="2076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来自错题、题目标签、产品标签和练习表现。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7913CC-DAEF-4C84-AEC6-797C2546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95875"/>
            <a:ext cx="9105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3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84B070-F147-460B-8BC7-1E4497C2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768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AI 负责辅助表达和总结，核心判断来自可解释的数据规则。</a:t>
            </a:r>
          </a:p>
        </p:txBody>
      </p:sp>
    </p:spTree>
    <p:extLst>
      <p:ext uri="{BB962C8B-B14F-4D97-AF65-F5344CB8AC3E}">
        <p14:creationId xmlns:p14="http://schemas.microsoft.com/office/powerpoint/2010/main" val="5953901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7FAD3B-1B5A-4836-94B4-D529C910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6466"/>
                </a:solidFill>
              </a:defRPr>
            </a:pPr>
            <a:r>
              <a:rPr sz="1200" b="1">
                <a:solidFill>
                  <a:srgbClr val="116466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30185-D1F3-4CFA-A3E8-AF61ABC5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SalesBoost AI Saleskit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D1B07-E90D-4B97-9800-4DE88210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一次销售专项训练的完整闭环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2C5CE-CE5E-4015-83E4-A32ACAE4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28974-9361-4351-85E4-27556FA8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2556E-2A6A-45FB-8132-97F31382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309CB-D322-401A-8BA5-BC7058D0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19300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12B"/>
                </a:solidFill>
              </a:defRPr>
            </a:pPr>
            <a:r>
              <a:rPr sz="1500">
                <a:solidFill>
                  <a:srgbClr val="17212B"/>
                </a:solidFill>
              </a:rPr>
              <a:t>上传产品资料、方案资料或活动政策，生成培训课件与讲解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1A6DF-E412-4B38-8186-AF5FFBD1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0A670-6959-4545-8B9A-C8DDE5FE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E4D39-DC03-441D-AA0C-61DD920E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19300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12B"/>
                </a:solidFill>
              </a:defRPr>
            </a:pPr>
            <a:r>
              <a:rPr sz="1500">
                <a:solidFill>
                  <a:srgbClr val="17212B"/>
                </a:solidFill>
              </a:rPr>
              <a:t>自动关联附加题，发布学习任务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9D397-D3FE-4CAC-92D8-CF78D20F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7467F7-D40F-4CF4-86E9-6D6502A0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68FFF-2C49-4913-8DEC-A9984257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86100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12B"/>
                </a:solidFill>
              </a:defRPr>
            </a:pPr>
            <a:r>
              <a:rPr sz="1500">
                <a:solidFill>
                  <a:srgbClr val="17212B"/>
                </a:solidFill>
              </a:rPr>
              <a:t>创建销售金句和客户异议场景剧本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C60F0-3C0A-4D92-98DF-44460345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14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986E7-C896-4BC9-A28C-83C67AC7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99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A8D11-F6D7-498E-9166-F7BF3DDF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86100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12B"/>
                </a:solidFill>
              </a:defRPr>
            </a:pPr>
            <a:r>
              <a:rPr sz="1500">
                <a:solidFill>
                  <a:srgbClr val="17212B"/>
                </a:solidFill>
              </a:rPr>
              <a:t>销售在移动端学习、跟读、陪练、考试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0E9C4C-0D3A-473D-8D4B-64873B4F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5BFB5A-1089-46C4-B259-E423EE08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767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607B57-6C2E-44B5-8EBC-79FB04E9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52900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12B"/>
                </a:solidFill>
              </a:defRPr>
            </a:pPr>
            <a:r>
              <a:rPr sz="1500">
                <a:solidFill>
                  <a:srgbClr val="17212B"/>
                </a:solidFill>
              </a:rPr>
              <a:t>区域或主管查看团队完成率、考试结果和薄弱点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6236B-CE65-4C09-8644-6E9CC482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3A1A34-66A6-47B8-915C-785FFF38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767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9F660E-6A68-4B52-A792-127ED959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52900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12B"/>
                </a:solidFill>
              </a:defRPr>
            </a:pPr>
            <a:r>
              <a:rPr sz="1500">
                <a:solidFill>
                  <a:srgbClr val="17212B"/>
                </a:solidFill>
              </a:rPr>
              <a:t>对低分销售 / 低完成团队发布补训任务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4C39C7-568B-47CE-BB62-52B710A0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3B3C"/>
                </a:solidFill>
              </a:defRPr>
            </a:pPr>
            <a:r>
              <a:rPr sz="1800" b="1">
                <a:solidFill>
                  <a:srgbClr val="0B3B3C"/>
                </a:solidFill>
              </a:rPr>
              <a:t>一次销售培训，不再止于一场会，而是变成持续可追踪的能力建设。</a:t>
            </a:r>
          </a:p>
        </p:txBody>
      </p:sp>
    </p:spTree>
    <p:extLst>
      <p:ext uri="{BB962C8B-B14F-4D97-AF65-F5344CB8AC3E}">
        <p14:creationId xmlns:p14="http://schemas.microsoft.com/office/powerpoint/2010/main" val="5648006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6BDE06-5026-4341-AE4C-9F40E481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6466"/>
                </a:solidFill>
              </a:defRPr>
            </a:pPr>
            <a:r>
              <a:rPr sz="1200" b="1">
                <a:solidFill>
                  <a:srgbClr val="116466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C2EE9-06E7-4ED1-89DF-EB65A4D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SalesBoost AI Saleskit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A6B0C-6BFA-4040-B9F0-216E1113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适用于高频培训、高标准话术、强一线执行的销售团队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90851-C39C-4982-9F59-7ECF253A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4EFFC-7375-460B-B614-B68CFD80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3B3C"/>
                </a:solidFill>
              </a:defRPr>
            </a:pPr>
            <a:r>
              <a:rPr sz="2100" b="1">
                <a:solidFill>
                  <a:srgbClr val="0B3B3C"/>
                </a:solidFill>
              </a:rPr>
              <a:t>典型行业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FE43D-9FD8-40BA-8B6C-84834613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3B3C"/>
                </a:solidFill>
              </a:defRPr>
            </a:pPr>
            <a:r>
              <a:rPr sz="2100" b="1">
                <a:solidFill>
                  <a:srgbClr val="0B3B3C"/>
                </a:solidFill>
              </a:rPr>
              <a:t>典型场景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87DB0-D5AF-4253-A5A6-2D660D5A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2860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16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A5EA6-4A88-483A-88C8-3B40B57F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908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零售导购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A651A-6B91-4701-9EE0-13181D0D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14625"/>
            <a:ext cx="22860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3E6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0570C-29BE-4B32-84BE-E4CDDA41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908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医药代表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D1B91-082C-40B0-8AEB-B8981E8C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22860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F8F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D07D8-29BE-4A2F-A89F-A59D40B9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汽车销售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A699F-B923-46EF-A51E-74CEEB08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52800"/>
            <a:ext cx="22860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56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FEB60-4B9C-43EC-9357-BD8A8882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290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金融 / 保险顾问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BF9CD-9494-4229-AE0D-78AE39C2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90975"/>
            <a:ext cx="22860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16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EC6C1A-69A6-4427-AF4E-22AD23B6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671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房产经纪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7D0BC-A990-48E9-8EC3-13539365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90975"/>
            <a:ext cx="22860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3E6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AC58D0-8AA8-44A8-9906-DF001688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671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B2B 客户经理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ABFC89-1C88-48CA-8068-75EB6E20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22860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F8F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E53676-D32E-4492-9E32-AA0ADDAF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本地生活 / 连锁门店销售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4D891F-1C15-4C79-947C-FC10FF56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29150"/>
            <a:ext cx="22860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56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2AE1D0-F2C4-40BE-95BC-14659052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053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客服转销售、续费与增购团队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7FD5BE-67CC-4B35-AC3E-2876014E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22860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457DB1-8F37-4DEA-ABF5-96AB1791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908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新品 / 新方案上市培训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4CBE03-3E5E-454D-ADBF-3E1BBCCB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14625"/>
            <a:ext cx="22860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16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C1C870-78A8-436B-9F4E-93B3E895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908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竞品对比与异议处理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787ABC-D72D-4CC8-B07D-BE4FC571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52800"/>
            <a:ext cx="22860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3E6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789C78-E037-4DD2-AEBA-D7DF2383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新人销售上岗训练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C3D505-3911-4209-8DD0-98A0A4A4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52800"/>
            <a:ext cx="22860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1E66B5-E40B-481E-983C-6C4C99E8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290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区域销售标准化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DEA364-F5DF-4C01-A06E-1D10AEBA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90975"/>
            <a:ext cx="22860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16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A25B64-505B-4BCB-A4AE-526858C1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671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促销活动前训练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9B9094-8B30-4555-85D1-D70D8764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990975"/>
            <a:ext cx="22860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3E6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8AB06C-8546-4A4B-80FB-65FFDBF2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671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合规话术与服务标准培训</a:t>
            </a:r>
          </a:p>
        </p:txBody>
      </p:sp>
    </p:spTree>
    <p:extLst>
      <p:ext uri="{BB962C8B-B14F-4D97-AF65-F5344CB8AC3E}">
        <p14:creationId xmlns:p14="http://schemas.microsoft.com/office/powerpoint/2010/main" val="5220846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D52210-E713-4777-9B6A-A52E4734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6466"/>
                </a:solidFill>
              </a:defRPr>
            </a:pPr>
            <a:r>
              <a:rPr sz="1200" b="1">
                <a:solidFill>
                  <a:srgbClr val="116466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F7E1E-6BF5-4F85-96D6-433AEC0E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SalesBoost AI Saleskit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7CCB6-DA3A-486E-A87C-0CBCEFCA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SalesBoost AI 不是单点培训工具，而是销售能力运营平台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DF007-5F6A-43C9-9F99-898E22DA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B8D71-816A-4840-B7CA-2D5D01D0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369BD-7182-41FA-9461-087E46A0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5BDA2-FBFC-4F6D-B9E1-F5F3C36F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实战导向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EA99D-E921-454A-AFDE-D5A0BD87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19812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面向一线销售实战，而不是通用学习平台。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71EC7-CE04-4761-BDDB-54779D7E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030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90CCC-B378-4127-8AA6-E6F16013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03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42A08-A249-41D4-9D76-329B26E8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289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完整闭环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8960D-D1D3-487A-B7A6-EC3F9E08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48000"/>
            <a:ext cx="19812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同时覆盖内容、练习、考试、任务、看板。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43D26-6E0C-43C0-8871-1F7A8D76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509D2-02BC-4128-A2FA-C2104AA8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A8108-0201-4F1E-A13B-FBCBDD53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289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分层运营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62302-A630-4085-8994-61BC015F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19812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支持总部标准化与区域本地化内容共存。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572972-5336-4ECE-9AEA-B02B4DC2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0030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AFDD0B-C453-4078-8F08-BB0C93CA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003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508DC4-7CFE-4354-B979-7F80C41D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289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可解释数据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79364-9AE0-4C99-885F-36D3A66A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48000"/>
            <a:ext cx="19812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数据口径可解释，便于培训团队和管理层信任。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00B5A4-9E9C-4BCF-B787-6C89AFB0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2925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3B3C"/>
                </a:solidFill>
              </a:defRPr>
            </a:pPr>
            <a:r>
              <a:rPr sz="1725" b="1">
                <a:solidFill>
                  <a:srgbClr val="0B3B3C"/>
                </a:solidFill>
              </a:rPr>
              <a:t>并支持多语言销售培训环境，适配跨区域、跨门店、跨业务线团队。</a:t>
            </a:r>
          </a:p>
        </p:txBody>
      </p:sp>
    </p:spTree>
    <p:extLst>
      <p:ext uri="{BB962C8B-B14F-4D97-AF65-F5344CB8AC3E}">
        <p14:creationId xmlns:p14="http://schemas.microsoft.com/office/powerpoint/2010/main" val="9648307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D5062F-CED3-4B65-B312-38457266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6466"/>
                </a:solidFill>
              </a:defRPr>
            </a:pPr>
            <a:r>
              <a:rPr sz="1200" b="1">
                <a:solidFill>
                  <a:srgbClr val="116466"/>
                </a:solidFill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FA988-60F2-46FC-AA7E-15C8369C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SalesBoost AI Saleskit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0E1F8-5176-4F05-8276-A82718BD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建议从一个销售专项或一个区域团队开始验证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12AE5-4C0D-4A76-B1FA-F54857F4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25427-7E74-47C3-B914-E1B0292B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3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F741B-F989-4671-9B9A-0E4AC440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336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试点周期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9E404-471D-466A-BB7F-0868BA16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432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4-6 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26B75-C94B-4C94-9BD7-62CCA326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F6AF2-4FD1-4F9F-86E2-B6D77AF1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B85AE-A93A-4190-B702-CE1FA041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试点范围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162AF-1455-4A60-BC87-53B6CE4E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43200"/>
            <a:ext cx="27432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1 个产品线 / 业务线 / 销售专项</a:t>
            </a:r>
          </a:p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1-2 个区域或团队</a:t>
            </a:r>
          </a:p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一批核心销售人员</a:t>
            </a:r>
          </a:p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新品、方案、促销或新人上岗专项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C3783-2EE4-41C1-AE13-8BDCF72F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8ADDE-C243-4980-B6FB-5862D89D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0BA58-1759-4E83-A778-AE3E14EE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241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观察指标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22594-1ED4-471A-9FAB-0711FE59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43200"/>
            <a:ext cx="27432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销售激活率、课件完课率、练习任务达标率、考试通过率 / 均分、薄弱知识点变化、团队与个人排名变化</a:t>
            </a:r>
          </a:p>
        </p:txBody>
      </p:sp>
    </p:spTree>
    <p:extLst>
      <p:ext uri="{BB962C8B-B14F-4D97-AF65-F5344CB8AC3E}">
        <p14:creationId xmlns:p14="http://schemas.microsoft.com/office/powerpoint/2010/main" val="350441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3B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3A0AE2-EF0F-4CDE-9C6B-8CFF78E1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192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让每一次培训，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都沉淀为可复用的销售能力资产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620CE-F5F9-4733-9256-72F175A4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7F2EE"/>
                </a:solidFill>
              </a:defRPr>
            </a:pPr>
            <a:r>
              <a:rPr sz="1800">
                <a:solidFill>
                  <a:srgbClr val="D7F2EE"/>
                </a:solidFill>
              </a:rPr>
              <a:t>SalesBoost AI 帮助企业把总部知识、区域经验和一线话术统一沉淀，并通过 AI 陪练和数据看板持续提升销售团队的实战表现。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B12AA-0583-46D0-8881-087B4C09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7239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56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0F9FB-06B8-4315-A21F-B53A6267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建议下一步：选择一个销售专项场景，启动 SalesBoost AI 试点演示。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1B732-40BD-45F2-9EC9-E72C539D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810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SalesBoost AI</a:t>
            </a:r>
          </a:p>
        </p:txBody>
      </p:sp>
    </p:spTree>
    <p:extLst>
      <p:ext uri="{BB962C8B-B14F-4D97-AF65-F5344CB8AC3E}">
        <p14:creationId xmlns:p14="http://schemas.microsoft.com/office/powerpoint/2010/main" val="5155346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2026-06-23T10:05:48.4810000Z</dcterms:created>
  <dcterms:modified xsi:type="dcterms:W3CDTF">2026-06-23T10:05:48.4810000Z</dcterms:modified>
</coreProperties>
</file>